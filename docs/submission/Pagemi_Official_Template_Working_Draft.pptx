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0ad376916f4c12" /><Relationship Type="http://schemas.openxmlformats.org/officeDocument/2006/relationships/extended-properties" Target="/docProps/app.xml" Id="R5b76b14e77084ab6" /><Relationship Type="http://schemas.openxmlformats.org/officeDocument/2006/relationships/officeDocument" Target="/ppt/presentation.xml" Id="Rb0bbf7217da846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d0b5f714c4bd9"/>
  </p:sldMasterIdLst>
  <p:notesMasterIdLst>
    <p:notesMasterId xmlns:r="http://schemas.openxmlformats.org/officeDocument/2006/relationships" r:id="Rb9eb9f4b21dc4aa8"/>
  </p:notesMasterIdLst>
  <p:sldIdLst>
    <p:sldId xmlns:r="http://schemas.openxmlformats.org/officeDocument/2006/relationships" id="256" r:id="Rc2f1af3e5af14a26"/>
    <p:sldId xmlns:r="http://schemas.openxmlformats.org/officeDocument/2006/relationships" id="257" r:id="R7407522b9b3c4c62"/>
    <p:sldId xmlns:r="http://schemas.openxmlformats.org/officeDocument/2006/relationships" id="258" r:id="R0006ad680735411f"/>
    <p:sldId xmlns:r="http://schemas.openxmlformats.org/officeDocument/2006/relationships" id="259" r:id="R2136c4e3e257439b"/>
    <p:sldId xmlns:r="http://schemas.openxmlformats.org/officeDocument/2006/relationships" id="260" r:id="Rc8698b744dc64d8d"/>
    <p:sldId xmlns:r="http://schemas.openxmlformats.org/officeDocument/2006/relationships" id="261" r:id="R6abf172685a9430c"/>
    <p:sldId xmlns:r="http://schemas.openxmlformats.org/officeDocument/2006/relationships" id="262" r:id="R3a8cbd8bf8eb4ecb"/>
    <p:sldId xmlns:r="http://schemas.openxmlformats.org/officeDocument/2006/relationships" id="263" r:id="Ra14858d32ed9413c"/>
    <p:sldId xmlns:r="http://schemas.openxmlformats.org/officeDocument/2006/relationships" id="264" r:id="R5d0c6c10f8884721"/>
    <p:sldId xmlns:r="http://schemas.openxmlformats.org/officeDocument/2006/relationships" id="265" r:id="R28dc8e4e6f7a4f7c"/>
    <p:sldId xmlns:r="http://schemas.openxmlformats.org/officeDocument/2006/relationships" id="266" r:id="R74bf8a85cad54ad6"/>
    <p:sldId xmlns:r="http://schemas.openxmlformats.org/officeDocument/2006/relationships" id="267" r:id="Rd1165bf8e43b4e8d"/>
    <p:sldId xmlns:r="http://schemas.openxmlformats.org/officeDocument/2006/relationships" id="268" r:id="Rd6ebc00d786c4de1"/>
    <p:sldId xmlns:r="http://schemas.openxmlformats.org/officeDocument/2006/relationships" id="269" r:id="Ra99eed22cde644cb"/>
    <p:sldId xmlns:r="http://schemas.openxmlformats.org/officeDocument/2006/relationships" id="270" r:id="R0333336c6f3c4e53"/>
    <p:sldId xmlns:r="http://schemas.openxmlformats.org/officeDocument/2006/relationships" id="271" r:id="R0f98d80797694137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425910e5fb4e1a" /><Relationship Type="http://schemas.openxmlformats.org/officeDocument/2006/relationships/slideMaster" Target="/ppt/slideMasters/slideMaster1.xml" Id="R85bd0b5f714c4bd9" /><Relationship Type="http://schemas.openxmlformats.org/officeDocument/2006/relationships/notesMaster" Target="/ppt/notesMasters/notesMaster1.xml" Id="Rb9eb9f4b21dc4aa8" /><Relationship Type="http://schemas.openxmlformats.org/officeDocument/2006/relationships/presProps" Target="/ppt/presProps.xml" Id="R48d2af4f97184b81" /><Relationship Type="http://schemas.openxmlformats.org/officeDocument/2006/relationships/viewProps" Target="/ppt/viewProps.xml" Id="R08365045479b4e42" /><Relationship Type="http://schemas.openxmlformats.org/officeDocument/2006/relationships/tableStyles" Target="/ppt/tableStyles.xml" Id="R95387d6e89f44d90" /><Relationship Type="http://schemas.openxmlformats.org/officeDocument/2006/relationships/slide" Target="/ppt/slides/slide1.xml" Id="Rc2f1af3e5af14a26" /><Relationship Type="http://schemas.openxmlformats.org/officeDocument/2006/relationships/slide" Target="/ppt/slides/slide2.xml" Id="R7407522b9b3c4c62" /><Relationship Type="http://schemas.openxmlformats.org/officeDocument/2006/relationships/slide" Target="/ppt/slides/slide3.xml" Id="R0006ad680735411f" /><Relationship Type="http://schemas.openxmlformats.org/officeDocument/2006/relationships/slide" Target="/ppt/slides/slide4.xml" Id="R2136c4e3e257439b" /><Relationship Type="http://schemas.openxmlformats.org/officeDocument/2006/relationships/slide" Target="/ppt/slides/slide5.xml" Id="Rc8698b744dc64d8d" /><Relationship Type="http://schemas.openxmlformats.org/officeDocument/2006/relationships/slide" Target="/ppt/slides/slide6.xml" Id="R6abf172685a9430c" /><Relationship Type="http://schemas.openxmlformats.org/officeDocument/2006/relationships/slide" Target="/ppt/slides/slide7.xml" Id="R3a8cbd8bf8eb4ecb" /><Relationship Type="http://schemas.openxmlformats.org/officeDocument/2006/relationships/slide" Target="/ppt/slides/slide8.xml" Id="Ra14858d32ed9413c" /><Relationship Type="http://schemas.openxmlformats.org/officeDocument/2006/relationships/slide" Target="/ppt/slides/slide9.xml" Id="R5d0c6c10f8884721" /><Relationship Type="http://schemas.openxmlformats.org/officeDocument/2006/relationships/slide" Target="/ppt/slides/slide10.xml" Id="R28dc8e4e6f7a4f7c" /><Relationship Type="http://schemas.openxmlformats.org/officeDocument/2006/relationships/slide" Target="/ppt/slides/slide11.xml" Id="R74bf8a85cad54ad6" /><Relationship Type="http://schemas.openxmlformats.org/officeDocument/2006/relationships/slide" Target="/ppt/slides/slide12.xml" Id="Rd1165bf8e43b4e8d" /><Relationship Type="http://schemas.openxmlformats.org/officeDocument/2006/relationships/slide" Target="/ppt/slides/slide13.xml" Id="Rd6ebc00d786c4de1" /><Relationship Type="http://schemas.openxmlformats.org/officeDocument/2006/relationships/slide" Target="/ppt/slides/slide14.xml" Id="Ra99eed22cde644cb" /><Relationship Type="http://schemas.openxmlformats.org/officeDocument/2006/relationships/slide" Target="/ppt/slides/slide15.xml" Id="R0333336c6f3c4e53" /><Relationship Type="http://schemas.openxmlformats.org/officeDocument/2006/relationships/slide" Target="/ppt/slides/slide16.xml" Id="R0f98d8079769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4e4fe68aef48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0978f766654abd" /><Relationship Type="http://schemas.openxmlformats.org/officeDocument/2006/relationships/notesMaster" Target="/ppt/notesMasters/notesMaster1.xml" Id="R15274823959b48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172b55b41c46b4" /><Relationship Type="http://schemas.openxmlformats.org/officeDocument/2006/relationships/notesMaster" Target="/ppt/notesMasters/notesMaster1.xml" Id="R1006267ae41b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ac5e5192f4e38" /><Relationship Type="http://schemas.openxmlformats.org/officeDocument/2006/relationships/notesMaster" Target="/ppt/notesMasters/notesMaster1.xml" Id="R378cea5092524a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9ba56b53664ebc" /><Relationship Type="http://schemas.openxmlformats.org/officeDocument/2006/relationships/notesMaster" Target="/ppt/notesMasters/notesMaster1.xml" Id="Rc01e7b529c3f4d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cc9eab61ba46ba" /><Relationship Type="http://schemas.openxmlformats.org/officeDocument/2006/relationships/notesMaster" Target="/ppt/notesMasters/notesMaster1.xml" Id="Rb0ab1799ae334f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4af2d1f6494daf" /><Relationship Type="http://schemas.openxmlformats.org/officeDocument/2006/relationships/notesMaster" Target="/ppt/notesMasters/notesMaster1.xml" Id="Rf873e7191f3a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a351492914f19" /><Relationship Type="http://schemas.openxmlformats.org/officeDocument/2006/relationships/notesMaster" Target="/ppt/notesMasters/notesMaster1.xml" Id="Rbbd9631a60ad47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d4a21b0ac6454f" /><Relationship Type="http://schemas.openxmlformats.org/officeDocument/2006/relationships/notesMaster" Target="/ppt/notesMasters/notesMaster1.xml" Id="R5854c473e3264b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914e0f539b4818" /><Relationship Type="http://schemas.openxmlformats.org/officeDocument/2006/relationships/notesMaster" Target="/ppt/notesMasters/notesMaster1.xml" Id="Rfafc1ff4f7cc47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667333d0bb4c5e" /><Relationship Type="http://schemas.openxmlformats.org/officeDocument/2006/relationships/notesMaster" Target="/ppt/notesMasters/notesMaster1.xml" Id="R618bc04e921b4f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4b162396cb45df" /><Relationship Type="http://schemas.openxmlformats.org/officeDocument/2006/relationships/notesMaster" Target="/ppt/notesMasters/notesMaster1.xml" Id="R2654f7abc4a143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e3145f9fd24ebe" /><Relationship Type="http://schemas.openxmlformats.org/officeDocument/2006/relationships/notesMaster" Target="/ppt/notesMasters/notesMaster1.xml" Id="R45f2c510f19449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a8867c9cfa47f4" /><Relationship Type="http://schemas.openxmlformats.org/officeDocument/2006/relationships/notesMaster" Target="/ppt/notesMasters/notesMaster1.xml" Id="Rbf7ecec10b594e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e14f6e79a2443d" /><Relationship Type="http://schemas.openxmlformats.org/officeDocument/2006/relationships/notesMaster" Target="/ppt/notesMasters/notesMaster1.xml" Id="R2805233384284c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01bf1cf18b43b4" /><Relationship Type="http://schemas.openxmlformats.org/officeDocument/2006/relationships/notesMaster" Target="/ppt/notesMasters/notesMaster1.xml" Id="Rffa104322eb64b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7fe58c41c1412e" /><Relationship Type="http://schemas.openxmlformats.org/officeDocument/2006/relationships/notesMaster" Target="/ppt/notesMasters/notesMaster1.xml" Id="Rad26dcf9813e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Screenshot provenance is explicitly identified on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Screenshot provenance is explicitly identified on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9804c00014f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a42bd11124c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1eebdd8c144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5e42a3b914c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5d04eb57a4b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281da765445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e4485862049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b2c77a4614e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e5ae365fa4a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f9c8c59a341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2dd99f10c4f7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C20F5F86-9CD6-4E79-AC92-D8C589E5D00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5045278F-660D-4799-82B4-DA86B6E06E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C724815-B6FA-4B43-AB29-F2A2E6CD7D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C4AD349-776E-49B8-B460-A8E61DC9B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FC8E54E-502C-441A-A996-7C3B0C1CB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4F9F55D7-C852-48B2-A68E-1825FAB70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04860AB-5F6B-4DA5-A27A-5F1BF044B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296824DE-FED6-4904-8ED1-9D2C2F7C8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58FE0D23-7D27-49B1-8397-BC6960B6B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CE2793E1-E28E-40C9-A625-5B9699833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2CD98687-3BDF-41D6-A5F1-18B5C272F4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F6134B66-E4E0-44A1-8887-BBC602B358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4BBD3C46-5311-4CD7-A91B-2D7F23ED0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8D072585-3B78-4AD4-9A50-C217AEBAA5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A91A6AA-7867-4335-8FAE-67589BE14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7A270CEC-D1BF-413C-956E-8D715ADE5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F39C75E-A2C9-4FE8-B43E-AA1DEAF136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1849AFD-954C-4A70-BA52-EA6C9578A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42CC5BC-31BD-495D-AD71-AA06D3809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0794840-D35B-46B9-8511-FFBC468B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C5ECE459-EC35-4898-B75B-D6EED739E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8309CFF-85D4-45A4-BA50-980294E617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F5CD007-4064-42DF-8673-BE2A742C5F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72267956-4DA9-458C-83D4-EB03EA0014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2504A12-B122-4433-A559-5758F40F49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A52B42F-D606-4A72-9A9A-04283491DF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F8C6FEA-F4EF-420E-B40C-6BEE8841E8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C57DD475-3DAF-4B73-8850-2F1CE7E961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E0092B2-6FE6-4962-BF15-8F870D4569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3DBBEF2-3EB6-4646-8F35-4A92EC3346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7c8979681403f" /><Relationship Type="http://schemas.openxmlformats.org/officeDocument/2006/relationships/slideLayout" Target="/ppt/slideLayouts/slideLayout1.xml" Id="Rbdb095b0607d4fda" /><Relationship Type="http://schemas.openxmlformats.org/officeDocument/2006/relationships/slideLayout" Target="/ppt/slideLayouts/slideLayout2.xml" Id="R72a853be11a6414e" /><Relationship Type="http://schemas.openxmlformats.org/officeDocument/2006/relationships/slideLayout" Target="/ppt/slideLayouts/slideLayout3.xml" Id="R2eab4d912f664afb" /><Relationship Type="http://schemas.openxmlformats.org/officeDocument/2006/relationships/slideLayout" Target="/ppt/slideLayouts/slideLayout4.xml" Id="R7ac22cae8fd1425b" /><Relationship Type="http://schemas.openxmlformats.org/officeDocument/2006/relationships/slideLayout" Target="/ppt/slideLayouts/slideLayout5.xml" Id="R3f2e064e5a294d23" /><Relationship Type="http://schemas.openxmlformats.org/officeDocument/2006/relationships/slideLayout" Target="/ppt/slideLayouts/slideLayout6.xml" Id="Ra99fccb89c974e3b" /><Relationship Type="http://schemas.openxmlformats.org/officeDocument/2006/relationships/slideLayout" Target="/ppt/slideLayouts/slideLayout7.xml" Id="R5f63ed6d286d4055" /><Relationship Type="http://schemas.openxmlformats.org/officeDocument/2006/relationships/slideLayout" Target="/ppt/slideLayouts/slideLayout8.xml" Id="R88bb312cb61a468f" /><Relationship Type="http://schemas.openxmlformats.org/officeDocument/2006/relationships/slideLayout" Target="/ppt/slideLayouts/slideLayout9.xml" Id="R400ffd1267cf42b7" /><Relationship Type="http://schemas.openxmlformats.org/officeDocument/2006/relationships/slideLayout" Target="/ppt/slideLayouts/slideLayout10.xml" Id="Rcd19b7405fa9469f" /><Relationship Type="http://schemas.openxmlformats.org/officeDocument/2006/relationships/slideLayout" Target="/ppt/slideLayouts/slideLayout11.xml" Id="R293a1e21e1f2472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58EA38F-B787-47C8-9DB6-498061995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D9CB537-16C3-4161-A3B5-22C49942F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A561131-6802-4630-9C9F-7E36DD4CC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095b0607d4fda"/>
    <p:sldLayoutId xmlns:r="http://schemas.openxmlformats.org/officeDocument/2006/relationships" id="2147483650" r:id="R72a853be11a6414e"/>
    <p:sldLayoutId xmlns:r="http://schemas.openxmlformats.org/officeDocument/2006/relationships" id="2147483651" r:id="R2eab4d912f664afb"/>
    <p:sldLayoutId xmlns:r="http://schemas.openxmlformats.org/officeDocument/2006/relationships" id="2147483652" r:id="R7ac22cae8fd1425b"/>
    <p:sldLayoutId xmlns:r="http://schemas.openxmlformats.org/officeDocument/2006/relationships" id="2147483653" r:id="R3f2e064e5a294d23"/>
    <p:sldLayoutId xmlns:r="http://schemas.openxmlformats.org/officeDocument/2006/relationships" id="2147483654" r:id="Ra99fccb89c974e3b"/>
    <p:sldLayoutId xmlns:r="http://schemas.openxmlformats.org/officeDocument/2006/relationships" id="2147483655" r:id="R5f63ed6d286d4055"/>
    <p:sldLayoutId xmlns:r="http://schemas.openxmlformats.org/officeDocument/2006/relationships" id="2147483656" r:id="R88bb312cb61a468f"/>
    <p:sldLayoutId xmlns:r="http://schemas.openxmlformats.org/officeDocument/2006/relationships" id="2147483657" r:id="R400ffd1267cf42b7"/>
    <p:sldLayoutId xmlns:r="http://schemas.openxmlformats.org/officeDocument/2006/relationships" id="2147483658" r:id="Rcd19b7405fa9469f"/>
    <p:sldLayoutId xmlns:r="http://schemas.openxmlformats.org/officeDocument/2006/relationships" id="2147483659" r:id="R293a1e21e1f2472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57de3a66a4583" /><Relationship Type="http://schemas.openxmlformats.org/officeDocument/2006/relationships/image" Target="/ppt/media/image.png" Id="R5cb3b8bde0d04c1c" /><Relationship Type="http://schemas.openxmlformats.org/officeDocument/2006/relationships/image" Target="/ppt/media/image2.png" Id="R5f9b8b74644f409b" /><Relationship Type="http://schemas.openxmlformats.org/officeDocument/2006/relationships/notesSlide" Target="/ppt/notesSlides/notesSlide1.xml" Id="R7bd1b6b3935d45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36aa17acb4250" /><Relationship Type="http://schemas.openxmlformats.org/officeDocument/2006/relationships/image" Target="/ppt/media/image2.png" Id="R552a645e501e4659" /><Relationship Type="http://schemas.openxmlformats.org/officeDocument/2006/relationships/image" Target="/ppt/media/image3.png" Id="R3942977b8e824555" /><Relationship Type="http://schemas.openxmlformats.org/officeDocument/2006/relationships/notesSlide" Target="/ppt/notesSlides/notesSlide2.xml" Id="Rec78a9a7717645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ebd85213c4f88" /><Relationship Type="http://schemas.openxmlformats.org/officeDocument/2006/relationships/image" Target="/ppt/media/image4.png" Id="Rcf114e0acd414e32" /><Relationship Type="http://schemas.openxmlformats.org/officeDocument/2006/relationships/notesSlide" Target="/ppt/notesSlides/notesSlide3.xml" Id="Rb2a7f3500363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dd82cb0a24f0b" /><Relationship Type="http://schemas.openxmlformats.org/officeDocument/2006/relationships/image" Target="/ppt/media/image2.png" Id="R2a3294b0cce341fb" /><Relationship Type="http://schemas.openxmlformats.org/officeDocument/2006/relationships/image" Target="/ppt/media/image4.png" Id="R70798929d8194383" /><Relationship Type="http://schemas.openxmlformats.org/officeDocument/2006/relationships/notesSlide" Target="/ppt/notesSlides/notesSlide4.xml" Id="R50a377897c31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ee6556ea94e57" /><Relationship Type="http://schemas.openxmlformats.org/officeDocument/2006/relationships/image" Target="/ppt/media/image2.png" Id="R80711716c5e446d4" /><Relationship Type="http://schemas.openxmlformats.org/officeDocument/2006/relationships/image" Target="/ppt/media/image4.png" Id="R0257edc455cb4116" /><Relationship Type="http://schemas.openxmlformats.org/officeDocument/2006/relationships/notesSlide" Target="/ppt/notesSlides/notesSlide5.xml" Id="R0fe74f82900448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09f97141b45d9" /><Relationship Type="http://schemas.openxmlformats.org/officeDocument/2006/relationships/image" Target="/ppt/media/image2.png" Id="Ref9f4e96249c42f2" /><Relationship Type="http://schemas.openxmlformats.org/officeDocument/2006/relationships/image" Target="/ppt/media/image4.png" Id="R60cc48217d8c4e4c" /><Relationship Type="http://schemas.openxmlformats.org/officeDocument/2006/relationships/notesSlide" Target="/ppt/notesSlides/notesSlide6.xml" Id="R622e830daefe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94ba8fff34f51" /><Relationship Type="http://schemas.openxmlformats.org/officeDocument/2006/relationships/image" Target="/ppt/media/image2.png" Id="Rad00959c4a624f2f" /><Relationship Type="http://schemas.openxmlformats.org/officeDocument/2006/relationships/image" Target="/ppt/media/image4.png" Id="R002b9027ab7c4c89" /><Relationship Type="http://schemas.openxmlformats.org/officeDocument/2006/relationships/image" Target="/ppt/media/image.jpeg" Id="R73540a0c98b54234" /><Relationship Type="http://schemas.openxmlformats.org/officeDocument/2006/relationships/notesSlide" Target="/ppt/notesSlides/notesSlide7.xml" Id="R50990b3f471d42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9b97f4c5b4619" /><Relationship Type="http://schemas.openxmlformats.org/officeDocument/2006/relationships/image" Target="/ppt/media/image2.png" Id="R916b176f2f914bf9" /><Relationship Type="http://schemas.openxmlformats.org/officeDocument/2006/relationships/image" Target="/ppt/media/image4.png" Id="Rbc7886dddb0c487b" /><Relationship Type="http://schemas.openxmlformats.org/officeDocument/2006/relationships/notesSlide" Target="/ppt/notesSlides/notesSlide8.xml" Id="R2534a3f51ea84b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92cc3b38d4ed4" /><Relationship Type="http://schemas.openxmlformats.org/officeDocument/2006/relationships/image" Target="/ppt/media/image2.png" Id="R958f5185c8ab45d8" /><Relationship Type="http://schemas.openxmlformats.org/officeDocument/2006/relationships/image" Target="/ppt/media/image4.png" Id="R7ffffe4488be4159" /><Relationship Type="http://schemas.openxmlformats.org/officeDocument/2006/relationships/notesSlide" Target="/ppt/notesSlides/notesSlide9.xml" Id="Rc4ab5fc0aaf141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189b91b464930" /><Relationship Type="http://schemas.openxmlformats.org/officeDocument/2006/relationships/image" Target="/ppt/media/image2.png" Id="R1f3cd99f4e0e48fa" /><Relationship Type="http://schemas.openxmlformats.org/officeDocument/2006/relationships/image" Target="/ppt/media/image4.png" Id="R4087779c98b544e0" /><Relationship Type="http://schemas.openxmlformats.org/officeDocument/2006/relationships/notesSlide" Target="/ppt/notesSlides/notesSlide10.xml" Id="R1ed116d2f5f7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f94fdb1e34941" /><Relationship Type="http://schemas.openxmlformats.org/officeDocument/2006/relationships/image" Target="/ppt/media/image2.png" Id="Rb09f63106cee482d" /><Relationship Type="http://schemas.openxmlformats.org/officeDocument/2006/relationships/image" Target="/ppt/media/image4.png" Id="R2336a9b6f9464162" /><Relationship Type="http://schemas.openxmlformats.org/officeDocument/2006/relationships/image" Target="/ppt/media/image2.jpeg" Id="Rc6db6530a73d4a40" /><Relationship Type="http://schemas.openxmlformats.org/officeDocument/2006/relationships/notesSlide" Target="/ppt/notesSlides/notesSlide11.xml" Id="R66d22bbac7d24b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3047882e841ed" /><Relationship Type="http://schemas.openxmlformats.org/officeDocument/2006/relationships/image" Target="/ppt/media/image2.png" Id="Rdd3f6c142b6c487e" /><Relationship Type="http://schemas.openxmlformats.org/officeDocument/2006/relationships/image" Target="/ppt/media/image4.png" Id="R073aeb1f0a97405f" /><Relationship Type="http://schemas.openxmlformats.org/officeDocument/2006/relationships/notesSlide" Target="/ppt/notesSlides/notesSlide12.xml" Id="R4df477f4eae34b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8e073c2904cb6" /><Relationship Type="http://schemas.openxmlformats.org/officeDocument/2006/relationships/image" Target="/ppt/media/image2.png" Id="R7f22da1ddbb34455" /><Relationship Type="http://schemas.openxmlformats.org/officeDocument/2006/relationships/image" Target="/ppt/media/image4.png" Id="R4adc49712440484f" /><Relationship Type="http://schemas.openxmlformats.org/officeDocument/2006/relationships/notesSlide" Target="/ppt/notesSlides/notesSlide13.xml" Id="Rf22bf989f57643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da568736247cb" /><Relationship Type="http://schemas.openxmlformats.org/officeDocument/2006/relationships/image" Target="/ppt/media/image2.png" Id="Rc5b2b635d42841da" /><Relationship Type="http://schemas.openxmlformats.org/officeDocument/2006/relationships/image" Target="/ppt/media/image4.png" Id="R955d8f8c147d42e8" /><Relationship Type="http://schemas.openxmlformats.org/officeDocument/2006/relationships/notesSlide" Target="/ppt/notesSlides/notesSlide14.xml" Id="Rc86a0cb651224a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733d419174b09" /><Relationship Type="http://schemas.openxmlformats.org/officeDocument/2006/relationships/image" Target="/ppt/media/image2.png" Id="R73acd83eb57d4606" /><Relationship Type="http://schemas.openxmlformats.org/officeDocument/2006/relationships/image" Target="/ppt/media/image4.png" Id="R37f7798563564abd" /><Relationship Type="http://schemas.openxmlformats.org/officeDocument/2006/relationships/notesSlide" Target="/ppt/notesSlides/notesSlide15.xml" Id="R7383675885b54b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54ea98bc54b26" /><Relationship Type="http://schemas.openxmlformats.org/officeDocument/2006/relationships/image" Target="/ppt/media/image2.png" Id="R646ac4f0a50c4c38" /><Relationship Type="http://schemas.openxmlformats.org/officeDocument/2006/relationships/image" Target="/ppt/media/image5.png" Id="R876237e1cfc949e3" /><Relationship Type="http://schemas.openxmlformats.org/officeDocument/2006/relationships/notesSlide" Target="/ppt/notesSlides/notesSlide16.xml" Id="Rdc07433e07af4a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542445F-A537-4369-AC4F-165E39A2B0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3b8bde0d04c1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337A02D3-24E1-4A39-8E5C-A61ECE4F14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9b8b74644f409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2223D6-96DC-4870-9087-64CC123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0" y="2902649"/>
            <a:ext cx="8760047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Pagemi</a:t>
            </a:r>
          </a:p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Team: Finfold Growth Lab</a:t>
            </a:r>
          </a:p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leader: Yue Zhao</a:t>
            </a:r>
          </a:p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Retail &amp; Commerce: evidence-backed page maintenance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999A81-58A6-4F1D-91AB-BD9AF309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Release evidence updated · 18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316450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E92D41B9-623D-4735-BCF6-113988ACF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2a645e501e465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F3678819-1170-47B3-8F28-7AF54D7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15E34987-5E10-4D01-BB19-975BA220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00175"/>
            <a:ext cx="33718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Fix the page.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just the ticket.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feedback becomes a precise page repair, with visible evidence and a way back.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762562F9-726C-4535-A083-58E62E3D8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2977b8e824555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1415466" y="1194675"/>
            <a:ext cx="2621725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02EECE-38A8-468A-BD73-F78A7E53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AI-generated image · synthetic product</a:t>
            </a:r>
          </a:p>
        </p:txBody>
      </p:sp>
    </p:spTree>
    <p:extLst>
      <p:ext uri="{BB962C8B-B14F-4D97-AF65-F5344CB8AC3E}">
        <p14:creationId xmlns:p14="http://schemas.microsoft.com/office/powerpoint/2010/main" val="9028110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AF11A2C6-37B5-48D4-9939-8C665A2B7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14e0acd414e3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35A0177B-0634-4F33-B099-EB8E0A3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BD64C6F5-A056-473F-B1DE-751E549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Brief about the idea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1479BB-FA7E-4C1B-A917-A54DBD1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merchant receives the same product question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Pagemi connects that question to the page, the product image and merchant-confirmed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It proposes the smallest supported change, requests missing facts, and verifies the published version.</a:t>
            </a:r>
          </a:p>
        </p:txBody>
      </p:sp>
    </p:spTree>
    <p:extLst>
      <p:ext uri="{BB962C8B-B14F-4D97-AF65-F5344CB8AC3E}">
        <p14:creationId xmlns:p14="http://schemas.microsoft.com/office/powerpoint/2010/main" val="626433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50A91671-5CC9-4B69-A9A0-142277684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3294b0cce341f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4CC11423-3230-427D-9522-D006B07F3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98929d81943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74370DB0-6EF8-456D-B217-D98607B8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EB49F1B3-2247-4250-8BD3-8750F1B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Opportunities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15182D-FB5A-4687-8031-C782170F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support reply can leave the confusing page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Pagemi links repairable feedback to verified wording, pauses for missing facts, expires outdated approvals, and checks the served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Merchant interviews and measured time savings remain future validation.</a:t>
            </a:r>
          </a:p>
        </p:txBody>
      </p:sp>
    </p:spTree>
    <p:extLst>
      <p:ext uri="{BB962C8B-B14F-4D97-AF65-F5344CB8AC3E}">
        <p14:creationId xmlns:p14="http://schemas.microsoft.com/office/powerpoint/2010/main" val="20067002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25222DF4-7544-4D3C-9DF5-7F0685E74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711716c5e446d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FA6787A4-BE69-4F0C-B1A8-A7FB1F070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7edc455cb411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93F4FEA8-42A7-4205-BA57-8988182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ABD031E4-96C1-43AD-B6B9-5437EFAD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 in the working prototype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BFF4344-9C41-4714-BC6B-5FAAA32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One product. Three editable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Source-linked classification and minimal field differences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Merchant-confirmed supplements and reassessment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Approval bound to evidence, content and page versions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Transactional publication, served-page checks and 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Price, inventory, policy and certification edits are blocked.</a:t>
            </a:r>
          </a:p>
        </p:txBody>
      </p:sp>
    </p:spTree>
    <p:extLst>
      <p:ext uri="{BB962C8B-B14F-4D97-AF65-F5344CB8AC3E}">
        <p14:creationId xmlns:p14="http://schemas.microsoft.com/office/powerpoint/2010/main" val="5067623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F8E43D52-3367-4008-A7DF-16BA337D0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9f4e96249c42f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50EF0ED0-FDD0-4F0F-930F-5DEC9022C1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c48217d8c4e4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57DDE420-D122-4E33-B81B-F2F8F0BA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138A66ED-BA0B-4842-AF23-2B10798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Repair workflow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706A79-9275-48EF-BC1A-5092996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E9008A-6F1F-47EF-9F39-CDDB6E39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811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0C8BF1-F73B-4210-A4F6-F44CE9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Feedback + specification + image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9E7A40-6402-4A32-8455-D857338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907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154D15B-9D5F-4895-89EF-05F43B3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907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Judgment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229B3F5-239D-4AAB-8DBC-1140D73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90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Repair / request facts / conflict / human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4CA6D5-63FA-4CB2-81C6-53D5DFB9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03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D8138FD-3543-4759-AD4C-C7538B45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03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9D51E7-5589-406E-9736-26C5BDFD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03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Minimal patch + a separate semantic check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780373-1B93-4B2D-9D45-0D4F16E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99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C166BD-125B-4D63-A465-CB620B9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34CC89-2451-41D1-82F3-92AB1FEC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Merchant accepts exact text and source revision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C68C54-E608-4BF1-A9EC-65A201E0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95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069B1B-2F30-4FEF-A951-B78B21DA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DE14FE9-71E8-4DEB-B573-BA3CD71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9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Publish → read served page → verify or restore</a:t>
            </a:r>
          </a:p>
        </p:txBody>
      </p:sp>
    </p:spTree>
    <p:extLst>
      <p:ext uri="{BB962C8B-B14F-4D97-AF65-F5344CB8AC3E}">
        <p14:creationId xmlns:p14="http://schemas.microsoft.com/office/powerpoint/2010/main" val="5284812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753CE0F4-D8A0-451B-B6A9-2B6FC0A82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00959c4a624f2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3CF8CF85-54B8-4834-AA50-D9B61CFC8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b9027ab7c4c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410172CC-D19C-4373-96B4-AD5E449C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188B0A9C-6802-4592-84B9-E2FEA80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workbench</a:t>
            </a:r>
            <a:endParaRPr sz="1600">
              <a:latin typeface="Arial"/>
              <a:ea typeface="Arial"/>
              <a:cs typeface="Arial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704FA6-CB62-4C00-B75E-E72D818F8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40a0c98b54234"/>
          <a:stretch xmlns:a="http://schemas.openxmlformats.org/drawingml/2006/main"/>
        </p:blipFill>
        <p:spPr>
          <a:xfrm xmlns:a="http://schemas.openxmlformats.org/drawingml/2006/main">
            <a:off x="266700" y="1384102"/>
            <a:ext cx="5238750" cy="2946797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29A3B7-C5E8-42B0-8CC8-B1CE42A1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24000"/>
            <a:ext cx="276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Live interface, 18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Feedback identifies the problem. Merchant facts support the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This screenshot shows the input state before the audit.</a:t>
            </a:r>
          </a:p>
        </p:txBody>
      </p:sp>
    </p:spTree>
    <p:extLst>
      <p:ext uri="{BB962C8B-B14F-4D97-AF65-F5344CB8AC3E}">
        <p14:creationId xmlns:p14="http://schemas.microsoft.com/office/powerpoint/2010/main" val="11932624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A1ACF2CE-FDE2-477C-A774-5000B8D99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6b176f2f914bf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E797C86F-DD84-49F9-BBFA-2E8DCED7D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886dddb0c48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3D02EDE8-E1EA-421E-BB22-4AD28EF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51AB289A-E5C0-4F3B-8C07-E32879D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Google Cloud architecture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21E488-BA1D-4465-8275-78D82E4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Isolated session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4B88E2A-B5F5-4A66-A027-041D9FB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85A632-AFF1-4E82-8531-6C40B62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04950"/>
            <a:ext cx="2638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Run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Next.js + server API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4F5DA4C-E664-4271-AEF8-BB1A898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14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6BF60DC-E405-4F56-A0D0-967B3BC4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04950"/>
            <a:ext cx="2343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Gemini 3.8 Flash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Read-only tools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2F6EA15-734A-48A2-BD24-6C7A3542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3781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Firestore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Evidence, runs, approvals, versions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15304A9-0E96-4B2A-A5C2-1C10086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4143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Private Cloud Storage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Validated product images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50D5FC-FB0B-4286-BCBB-9A16E2C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832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Cloud Run handles writes and verification. The model has no publish tool.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B76C8D0-85C1-4B5F-A1A5-15A82FDA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622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E4C474-DDE7-4DF7-A097-9BFE94C4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669029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41E7A384-3E32-46D3-8FBB-0F54683BD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8f5185c8ab45d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511E9A1B-169B-40F7-AE37-26DE1A3C3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ffe4488be415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87D03190-4317-44B6-B5EE-7091B82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4E82227B-4F82-445F-A5C0-E605C467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Technologies used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9DEB1C1-7C5C-4724-B6C9-BB2088C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3.8 Flash through official Vertex AI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Text, image, read-only tools and structured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Next.js + TypeScript on Cloud Run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Firestore transactions + private Cloud 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Independent verification request, schema and permission gates, scoped sessions and exact-origin writes</a:t>
            </a:r>
          </a:p>
        </p:txBody>
      </p:sp>
    </p:spTree>
    <p:extLst>
      <p:ext uri="{BB962C8B-B14F-4D97-AF65-F5344CB8AC3E}">
        <p14:creationId xmlns:p14="http://schemas.microsoft.com/office/powerpoint/2010/main" val="16910105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3F27A226-92BE-44D0-B421-4070DE321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3cd99f4e0e48f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8C26A6C6-97F5-4281-B2C2-9D8D10D80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7779c98b544e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B10B4C65-96EA-4FEC-B6A0-8ABF197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FA42650F-B37F-44A8-BD02-EE60191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Bounded prototype operation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C2AC600-62D8-441B-9003-E8F22FF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18 October release verification</a:t>
            </a:r>
          </a:p>
          <a:p xmlns:a="http://schemas.openxmlformats.org/drawingml/2006/main">
            <a:r>
              <a:t>Conservative new workflow accounting: about USD 0.70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per-request reservations, input/output limits,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daily capacity and maximum two Cloud Run instances.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Hosting, builds and storage are billed separately.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This estimate is not total development cost or an invoice.</a:t>
            </a:r>
          </a:p>
        </p:txBody>
      </p:sp>
    </p:spTree>
    <p:extLst>
      <p:ext uri="{BB962C8B-B14F-4D97-AF65-F5344CB8AC3E}">
        <p14:creationId xmlns:p14="http://schemas.microsoft.com/office/powerpoint/2010/main" val="7227281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A202C638-801C-49BF-9BD5-AC78CC26E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9f63106cee482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024D2DB7-0187-4177-BE60-BDF4966B7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6a9b6f946416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F3EDDD6-D256-4547-8879-84F04C4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A74DC850-BC37-44E8-B7FE-F87A07AC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Published prototype</a:t>
            </a:r>
            <a:endParaRPr sz="1600">
              <a:latin typeface="Arial"/>
              <a:ea typeface="Arial"/>
              <a:cs typeface="Arial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DCB4D1B-81B3-469B-83A0-9948E91EB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b6530a73d4a40"/>
          <a:stretch xmlns:a="http://schemas.openxmlformats.org/drawingml/2006/main"/>
        </p:blipFill>
        <p:spPr>
          <a:xfrm xmlns:a="http://schemas.openxmlformats.org/drawingml/2006/main">
            <a:off x="810064" y="1333500"/>
            <a:ext cx="4199646" cy="3419475"/>
          </a:xfrm>
          <a:prstGeom xmlns:a="http://schemas.openxmlformats.org/drawingml/2006/main" prst="rect">
            <a:avLst/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D1F544-D68E-495E-B035-38993D0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28750"/>
            <a:ext cx="2895600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Historical storefront capture, 13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Bottle exclusion and supported rain wording appeared on the served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release passed publish, verify and restore in five public workflows.</a:t>
            </a:r>
          </a:p>
        </p:txBody>
      </p:sp>
    </p:spTree>
    <p:extLst>
      <p:ext uri="{BB962C8B-B14F-4D97-AF65-F5344CB8AC3E}">
        <p14:creationId xmlns:p14="http://schemas.microsoft.com/office/powerpoint/2010/main" val="753491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B53B4759-5BB2-4253-B80F-787B55D92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3f6c142b6c487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CF58A8FF-9B37-4340-A0FB-ABE0A00B6B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aeb1f0a97405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D693F69B-6D25-451C-9D2A-C243CAE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794A7A8F-581E-45BC-B838-472D430B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Performance and evaluation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E989DC7-0144-4A66-87AF-CDA0533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5 consecutive public workflows passed on the release.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Full journey: 20.2–69.5 seconds across these five runs.</a:t>
            </a:r>
          </a:p>
          <a:p xmlns:a="http://schemas.openxmlformats.org/drawingml/2006/main">
            <a:r>
              <a:t>35 local tests passed; build and type-check passed.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Two earlier public attempts failed on provider timeouts.</a:t>
            </a:r>
          </a:p>
          <a:p xmlns:a="http://schemas.openxmlformats.org/drawingml/2006/main">
            <a:r>
              <a:t>Human accuracy grading and merchant testing: pending.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Synthetic tests. No revenue, return-rate or accuracy claim.</a:t>
            </a:r>
          </a:p>
        </p:txBody>
      </p:sp>
    </p:spTree>
    <p:extLst>
      <p:ext uri="{BB962C8B-B14F-4D97-AF65-F5344CB8AC3E}">
        <p14:creationId xmlns:p14="http://schemas.microsoft.com/office/powerpoint/2010/main" val="10527851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7760310D-CF65-4C07-980E-C9B28AF8FA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22da1ddbb3445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297E1004-A6DB-4F1C-AE5D-E1E3F503F2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c49712440484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5428058A-A101-4012-B8F8-A2A1EA7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9BEA9DB7-B043-4432-B250-A29FFD78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development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C3521D5-9481-4D4B-99DC-449FBA7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Next validation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Human-grade the frozen holdout, compare content with the baseline, and observe two non-developer task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qualification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authorized merchant records, connect one development store, then test repeat usage and time saved.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Measure adoption before setting a price or claiming ROI.</a:t>
            </a:r>
          </a:p>
        </p:txBody>
      </p:sp>
    </p:spTree>
    <p:extLst>
      <p:ext uri="{BB962C8B-B14F-4D97-AF65-F5344CB8AC3E}">
        <p14:creationId xmlns:p14="http://schemas.microsoft.com/office/powerpoint/2010/main" val="20565303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8A1DD592-0DF8-42C0-9F40-330B429199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b2b635d42841d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02317582-41D2-430C-B277-870090844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d8f8c147d42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0164A78D-28AB-4130-873C-931AFE9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AAA9675-F7C3-44B0-8AF3-C2B27E4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prototype and source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C47F9FD-B8C3-4BA6-8208-01C495E6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4105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GitHub</a:t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https://github.com/joeymilano/pagemi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Live product</a:t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https://merchreflex-927668522599.asia-southeast1.run.app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English video: production handoff ready; public link pending.</a:t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portal requests 3–4 minutes; master target 3:15.</a:t>
            </a:r>
          </a:p>
        </p:txBody>
      </p:sp>
    </p:spTree>
    <p:extLst>
      <p:ext uri="{BB962C8B-B14F-4D97-AF65-F5344CB8AC3E}">
        <p14:creationId xmlns:p14="http://schemas.microsoft.com/office/powerpoint/2010/main" val="9806415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B35AFC5E-B9C2-48DC-B285-877B515F9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acd83eb57d460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620366C4-CBA4-4D9E-BC41-D34AF46A9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7798563564ab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A78AF96B-3773-43B3-B5A7-70DE84E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8BC4957-C96E-4338-BC87-08CBDB47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Evidence and limitations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603E7D0-2746-4ABD-B1FF-39A2362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Synthetic product facts and an AI-generated image.</a:t>
            </a:r>
          </a:p>
          <a:p xmlns:a="http://schemas.openxmlformats.org/drawingml/2006/main">
            <a:r>
              <a:t>Merchant confirmation is not third-party certification.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Published content can be read, checked and restored.</a:t>
            </a:r>
          </a:p>
          <a:p xmlns:a="http://schemas.openxmlformats.org/drawingml/2006/main">
            <a:r>
              <a:t>Customer understanding and business impact are unmeasured.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Same-model checking can repeat mistakes.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Human approval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23548892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55945F5A-4D44-4527-B0DF-F557222A9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6ac4f0a50c4c3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D5A9D186-274A-45F9-914A-551373925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237e1cfc949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872941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2026-10-18T12:45:15.0620000Z</dcterms:created>
  <dcterms:modified xsi:type="dcterms:W3CDTF">2026-10-18T12:45:15.0620000Z</dcterms:modified>
</coreProperties>
</file>